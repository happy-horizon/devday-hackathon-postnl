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F6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PostNL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DevDay 2026 · Track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Commerce </a:t>
            </a:r>
            <a:pPr indent="0" marL="0">
              <a:buNone/>
            </a:pPr>
            <a:r>
              <a:rPr lang="en-US" sz="54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PostNL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66928" y="3566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5D8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vlieg je dit aan? Een agent die niet adviseert, maar écht koopt.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8006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47548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agent regelt alles autonoom. De mens tikt één keer.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C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OPDRACHT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afronden — zonder webshop in beeld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7406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Laat een agent de </a:t>
            </a:r>
            <a:pPr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CC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volledige orderflow</a:t>
            </a:r>
            <a:pPr indent="0" marL="0">
              <a:lnSpc>
                <a:spcPct val="115000"/>
              </a:lnSpc>
              <a:buNone/>
            </a:pPr>
            <a:r>
              <a:rPr lang="en-US" sz="23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doorlopen — van cadeau zoeken tot betaalbare order — </a:t>
            </a:r>
            <a:pPr indent="0" marL="0">
              <a:lnSpc>
                <a:spcPct val="115000"/>
              </a:lnSpc>
              <a:buNone/>
            </a:pPr>
            <a:r>
              <a:rPr lang="en-US" sz="23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de UI van de webshop ook maar één keer te openen.</a:t>
            </a:r>
            <a:endParaRPr lang="en-US" sz="2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03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3611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UI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43000" y="395935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agent praat met commerce-API's, niet met schermen.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66344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45720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Echte transactie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143000" y="491947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slides — een live order die betaald wordt.</a:t>
            </a:r>
            <a:endParaRPr lang="en-US" sz="14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62356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5532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Vertrouwen = kern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143000" y="587959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 de mens 'ja' geeft telt net zo zwaar als de techniek.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8366760" y="1828800"/>
            <a:ext cx="3246120" cy="4480560"/>
          </a:xfrm>
          <a:prstGeom prst="roundRect">
            <a:avLst>
              <a:gd name="adj" fmla="val 2535"/>
            </a:avLst>
          </a:prstGeom>
          <a:solidFill>
            <a:srgbClr val="FFF3E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864108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Succesvol als…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8641080" y="2514600"/>
            <a:ext cx="2788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order, geen UI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slim, vertrouwenwekkend akkoord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PostNL Checkout speelt een échte rol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legt uit waar het wél/niet werkt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C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MENTALE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Autonoom tot aan het geld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0574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3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956816" y="192024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56816" y="20574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3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02536" y="246888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64992" y="192024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64992" y="20574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3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10712" y="246888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Voorstel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73168" y="192024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73168" y="20574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3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18888" y="246888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81344" y="192024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81344" y="20574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3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27064" y="246888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Bezorging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89520" y="192024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589520" y="20574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3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35240" y="246888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init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997696" y="192024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FF6200"/>
          </a:solidFill>
          <a:ln w="12700">
            <a:solidFill>
              <a:srgbClr val="FF620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997696" y="20574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43416" y="246888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HÉT moment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997696" y="29992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E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405872" y="1920240"/>
            <a:ext cx="1298448" cy="137160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405872" y="205740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3C7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451592" y="2468880"/>
            <a:ext cx="12070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Bevestiging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3794760"/>
            <a:ext cx="5120640" cy="2377440"/>
          </a:xfrm>
          <a:prstGeom prst="roundRect">
            <a:avLst>
              <a:gd name="adj" fmla="val 3462"/>
            </a:avLst>
          </a:prstGeom>
          <a:solidFill>
            <a:srgbClr val="141414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40690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pPr algn="ctr" indent="0" marL="0">
              <a:buNone/>
            </a:pPr>
            <a:r>
              <a:rPr lang="en-US" sz="6600" b="1" dirty="0">
                <a:solidFill>
                  <a:srgbClr val="9AA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algn="ctr" indent="0" marL="0">
              <a:buNone/>
            </a:pPr>
            <a:r>
              <a:rPr lang="en-US" sz="66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600" dirty="0"/>
          </a:p>
        </p:txBody>
      </p:sp>
      <p:sp>
        <p:nvSpPr>
          <p:cNvPr id="31" name="Text 29"/>
          <p:cNvSpPr/>
          <p:nvPr/>
        </p:nvSpPr>
        <p:spPr>
          <a:xfrm>
            <a:off x="731520" y="5394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5D8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stappen  →  één menselijke tik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943600" y="388620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vóór stap 7 doet de agent zelf: </a:t>
            </a:r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zoeken via GraphQL, kiezen, cart vullen, levertijd checken en PostNL Fast Checkout initiëren. </a:t>
            </a:r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 én betaling zitten in PostNL Checkout — de agent verzamelt ze niet. </a:t>
            </a:r>
            <a:pPr indent="0" marL="0">
              <a:lnSpc>
                <a:spcPct val="115000"/>
              </a:lnSpc>
              <a:buNone/>
            </a:pPr>
            <a:r>
              <a:rPr lang="en-US" sz="1650" b="1" dirty="0">
                <a:solidFill>
                  <a:srgbClr val="CC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overblijft voor de mens: één bevestiging in de PostNL-app.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C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SLEUTELZET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Vouw akkoord + betaling samen tot één moment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Twee losse momenten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vraagt apart om 'ja'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Daarna een aparte betaalstap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handelingen, twee kansen om af te haken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PostNL Checkout voelt als afterthought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49240" cy="4114800"/>
          </a:xfrm>
          <a:prstGeom prst="roundRect">
            <a:avLst>
              <a:gd name="adj" fmla="val 2000"/>
            </a:avLst>
          </a:prstGeom>
          <a:solidFill>
            <a:srgbClr val="FFF3E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205740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95160" y="20574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C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 moment: PostNL Fast Checkout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583680" y="274320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 bevestiging in de PostNL-app = akkoord + betaling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nudge (Garmin / WhatsApp) opent de deeplink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 + betaling staan al in PostNL Checkout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agent draagt alleen de link over — betaalt nooit zelf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nudge (bv. op je Garmin) brengt de mens naar dat ene moment — hij ís niet het akkoord zelf.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C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POSTNL FAST CHECKOUT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krijgt alléén een link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830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 /postnl_fastcheckout/checkout/init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096512" y="1783080"/>
            <a:ext cx="356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434840" y="178308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7F8FA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7830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orderId  PNL-a1b2c3d4   +   checkoutUrl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82712" y="1783080"/>
            <a:ext cx="3566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321040" y="1783080"/>
            <a:ext cx="3566160" cy="960120"/>
          </a:xfrm>
          <a:prstGeom prst="roundRect">
            <a:avLst>
              <a:gd name="adj" fmla="val 7619"/>
            </a:avLst>
          </a:prstGeom>
          <a:solidFill>
            <a:srgbClr val="FFF3E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58200" y="17830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C4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deeplink → PostNL-app → bevestiging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3520440"/>
            <a:ext cx="749808" cy="749808"/>
          </a:xfrm>
          <a:prstGeom prst="ellipse">
            <a:avLst/>
          </a:prstGeom>
          <a:solidFill>
            <a:srgbClr val="FFF3E9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3703320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755648" y="34198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betaalt niet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755648" y="380390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Krijgt alleen de checkoutUrl deeplink terug en draagt die over. Geen kaartgegevens, geen betaalrechten.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63640" y="32004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519672" y="3520440"/>
            <a:ext cx="749808" cy="749808"/>
          </a:xfrm>
          <a:prstGeom prst="ellipse">
            <a:avLst/>
          </a:prstGeom>
          <a:solidFill>
            <a:srgbClr val="FFF3E9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3703320"/>
            <a:ext cx="384048" cy="3840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470648" y="34198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 + betaling in de app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7470648" y="3803904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klant bevestigt adres én betaalmethode in PostNL Checkout — niet bij de agent.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48640" y="4773168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04672" y="5093208"/>
            <a:ext cx="749808" cy="749808"/>
          </a:xfrm>
          <a:prstGeom prst="ellipse">
            <a:avLst/>
          </a:prstGeom>
          <a:solidFill>
            <a:srgbClr val="FFF3E9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5276088"/>
            <a:ext cx="384048" cy="38404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755648" y="49926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Bevestiging is asynchroon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1755648" y="5376672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agent weet niet meteen of 't lukte. Poll de orderstatus of luister naar een webhook — nooit een 'betaald' verzinnen.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6263640" y="4773168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519672" y="5093208"/>
            <a:ext cx="749808" cy="749808"/>
          </a:xfrm>
          <a:prstGeom prst="ellipse">
            <a:avLst/>
          </a:prstGeom>
          <a:solidFill>
            <a:srgbClr val="FFF3E9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5276088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70648" y="49926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Technische gotchas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470648" y="5376672"/>
            <a:ext cx="4069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Min. cartwaarde €5,00 · sessie-cart via PHPSESSID (geen GraphQL-cart) · alleen SimpleProducts.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C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TOOLING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Waarom OpenClaw?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194560"/>
            <a:ext cx="777240" cy="777240"/>
          </a:xfrm>
          <a:prstGeom prst="ellipse">
            <a:avLst/>
          </a:prstGeom>
          <a:solidFill>
            <a:srgbClr val="FFF3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9572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305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out-of-the-box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783080" y="253288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Slack, WhatsApp, Telegram, voice — geen webhook-plumbing zelf bouwen.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2194560"/>
            <a:ext cx="777240" cy="777240"/>
          </a:xfrm>
          <a:prstGeom prst="ellipse">
            <a:avLst/>
          </a:prstGeom>
          <a:solidFill>
            <a:srgbClr val="FFF3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39572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1305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MCP-host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498080" y="253288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Draait de commerce-skill en postnl-mcp als processen; regelt de tool-calling.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4747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794760"/>
            <a:ext cx="777240" cy="777240"/>
          </a:xfrm>
          <a:prstGeom prst="ellipse">
            <a:avLst/>
          </a:prstGeom>
          <a:solidFill>
            <a:srgbClr val="FFF3E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99592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37307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agent-runtime zelf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783080" y="413308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Sessies, routing, secrets, een langlopende agent die op je kanalen luistert.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263640" y="34747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9672" y="3794760"/>
            <a:ext cx="777240" cy="777240"/>
          </a:xfrm>
          <a:prstGeom prst="ellipse">
            <a:avLst/>
          </a:prstGeom>
          <a:solidFill>
            <a:srgbClr val="FFF3E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3995928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37307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+ voice ingebouwd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498080" y="4133088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 + Gemini Live (Talk) zijn al geconfigureerd.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C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Eerlijk: </a:t>
            </a:r>
            <a:pPr algn="ctr" indent="0" marL="0">
              <a:buNone/>
            </a:pPr>
            <a:r>
              <a:rPr lang="en-US" sz="14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middel, geen doel. Voor één kanaal + één flow is een klein script genoeg. De winst komt bij meerdere kanalen, voice en MCP-tools. Kun je uitleggen waaróm je 't wel/niet nodig hebt → je scoort.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C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AANPAK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Waar steek je je uren in?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65176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User-in-the-loop eerst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2960" y="306324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Kies in het eerste uur: op welk moment, via welk kanaal, geeft de mens 'ja' — en waarom vertrouwt die het?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51960" y="182880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1031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26280" y="265176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de unhappy paths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526280" y="306324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agent die weigert ('bedrag klopt niet') maakt méér indruk dan een gladde happy-path.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955280" y="1828800"/>
            <a:ext cx="3529584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1031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0" y="2651760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is een valstrik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229600" y="3063240"/>
            <a:ext cx="30266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Live oogt cool maar is fragiel. Eerst tekst/Slack rock-solid, voice als laatste.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977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3E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519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" y="4800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Scope-discipline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22960" y="51663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 scenario écht af &gt; drie half. 'Snel cadeau in &lt; 2 min' compleet wint van 60% multi-channel.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63640" y="397764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FF3E9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25196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37960" y="4800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PostNL Checkout = vertrouwensschakel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6537960" y="51663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Niet als betaallink, maar als het moment waarop de mens de controle terugpakt.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C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ROBUUSTHEID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&amp; failure modes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Bouw expliciete fallback-paden — dat maakt indruk bij de jury.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4688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4505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Niet op voorraad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63040" y="292608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voegt niet toe, stelt een andere variant of alternatief voor.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14884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24688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78040" y="24505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Bedrag klopt niet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178040" y="292608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'Ja' maar totaal wijkt af → agent bestelt niet, vraagt opnieuw akkoord.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48640" y="411480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4348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4416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Deeplink verlopen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463040" y="48920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init opnieuw een checkout i.p.v. de mens te laten vastlopen.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263640" y="4114800"/>
            <a:ext cx="544068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443484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178040" y="44165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Bevestiging blijft uit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7178040" y="48920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Async: agent polt de orderstatus / wacht op webhook — nooit gokken dat 't betaald is.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FF62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PostNL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indruk maakt op de jury</a:t>
            </a:r>
            <a:endParaRPr lang="en-US" sz="3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7004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265176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E7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order zonder webshop-UI</a:t>
            </a:r>
            <a:endParaRPr lang="en-US" sz="18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273552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8992" y="325526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E7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Vertrouwen &amp; een slimme user-in-the-loop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77056"/>
            <a:ext cx="347472" cy="347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78992" y="3858768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E7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PostNL Checkout als échte schakel, niet afterthought</a:t>
            </a:r>
            <a:endParaRPr lang="en-US" sz="1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480560"/>
            <a:ext cx="347472" cy="3474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78992" y="4462272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E7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Zichtbare guardrails &amp; failure modes</a:t>
            </a:r>
            <a:endParaRPr lang="en-US" sz="1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5084064"/>
            <a:ext cx="347472" cy="34747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78992" y="5065776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dirty="0">
                <a:solidFill>
                  <a:srgbClr val="E7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Originaliteit &amp; realisme — echte real-life situaties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6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Één tik van de mens. De rest doet de agent.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Commerce — aanpak</dc:title>
  <dc:subject>PptxGenJS Presentation</dc:subject>
  <dc:creator>PostNL DevDay</dc:creator>
  <cp:lastModifiedBy>PostNL DevDay</cp:lastModifiedBy>
  <cp:revision>1</cp:revision>
  <dcterms:created xsi:type="dcterms:W3CDTF">2026-07-01T19:57:04Z</dcterms:created>
  <dcterms:modified xsi:type="dcterms:W3CDTF">2026-07-01T19:57:04Z</dcterms:modified>
</cp:coreProperties>
</file>